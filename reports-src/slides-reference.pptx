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00000"/>
            <a:ext cx="8229600" cy="1100000"/>
          </a:xfrm>
        </p:spPr>
        <p:txBody>
          <a:bodyPr/>
          <a:lstStyle>
            <a:lvl1pPr marL="0" indent="0" algn="l">
              <a:buNone/>
              <a:defRPr sz="3600" b="1">
                <a:solidFill>
                  <a:srgbClr val="11111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00000"/>
            <a:ext cx="8229600" cy="600000"/>
          </a:xfrm>
        </p:spPr>
        <p:txBody>
          <a:bodyPr/>
          <a:lstStyle>
            <a:lvl1pPr marL="0" indent="0" algn="l">
              <a:buNone/>
              <a:defRPr sz="2000" b="0">
                <a:solidFill>
                  <a:srgbClr val="8B00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Title rule"/>
          <p:cNvCxnSpPr/>
          <p:nvPr userDrawn="1"/>
        </p:nvCxnSpPr>
        <p:spPr>
          <a:xfrm>
            <a:off x="457200" y="2700000"/>
            <a:ext cx="8229600" cy="0"/>
          </a:xfrm>
          <a:prstGeom prst="line">
            <a:avLst/>
          </a:prstGeom>
          <a:ln w="25400">
            <a:solidFill>
              <a:srgbClr val="8B0000"/>
            </a:solidFill>
          </a:ln>
        </p:spPr>
      </p:cxn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0000"/>
            <a:ext cx="8229600" cy="39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b"/>
          <a:lstStyle>
            <a:lvl1pPr marL="0" indent="0" algn="l">
              <a:buNone/>
              <a:defRPr sz="2600" b="1">
                <a:solidFill>
                  <a:srgbClr val="11111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0000"/>
            <a:ext cx="8229600" cy="30435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093500"/>
            <a:ext cx="8229600" cy="800000"/>
          </a:xfrm>
        </p:spPr>
        <p:txBody>
          <a:bodyPr/>
          <a:lstStyle>
            <a:lvl1pPr marL="0" indent="0" algn="l">
              <a:buNone/>
              <a:defRPr sz="1400" b="0">
                <a:solidFill>
                  <a:srgbClr val="5C5C5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7200" y="200000"/>
            <a:ext cx="8229600" cy="560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50000"/>
            <a:ext cx="8229600" cy="3943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Title rule"/>
          <p:cNvCxnSpPr/>
          <p:nvPr userDrawn="1"/>
        </p:nvCxnSpPr>
        <p:spPr>
          <a:xfrm>
            <a:off x="457200" y="800000"/>
            <a:ext cx="8229600" cy="0"/>
          </a:xfrm>
          <a:prstGeom prst="line">
            <a:avLst/>
          </a:prstGeom>
          <a:ln w="19050">
            <a:solidFill>
              <a:srgbClr val="8B0000"/>
            </a:solidFill>
          </a:ln>
        </p:spPr>
      </p:cxn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11111"/>
      </a:dk2>
      <a:lt2>
        <a:srgbClr val="F5F5F5"/>
      </a:lt2>
      <a:accent1>
        <a:srgbClr val="404040"/>
      </a:accent1>
      <a:accent2>
        <a:srgbClr val="8B0000"/>
      </a:accent2>
      <a:accent3>
        <a:srgbClr val="191970"/>
      </a:accent3>
      <a:accent4>
        <a:srgbClr val="4477AA"/>
      </a:accent4>
      <a:accent5>
        <a:srgbClr val="EE6677"/>
      </a:accent5>
      <a:accent6>
        <a:srgbClr val="997700"/>
      </a:accent6>
      <a:hlink>
        <a:srgbClr val="8B0000"/>
      </a:hlink>
      <a:folHlink>
        <a:srgbClr val="5C5C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