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1" Type="http://schemas.openxmlformats.org/officeDocument/2006/relationships/slideMaster" Target="slideMasters/slideMaster1.xml" /><Relationship Id="rId7" Type="http://schemas.openxmlformats.org/officeDocument/2006/relationships/presProps" Target="presProps.xml" /><Relationship Id="rId8" Type="http://schemas.openxmlformats.org/officeDocument/2006/relationships/viewProps" Target="viewProps.xml" /><Relationship Id="rId9" Type="http://schemas.openxmlformats.org/officeDocument/2006/relationships/theme" Target="theme/theme1.xml" /><Relationship Id="rId10" Type="http://schemas.openxmlformats.org/officeDocument/2006/relationships/tableStyles" Target="tableStyles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7200" y="1150000"/>
            <a:ext cx="7929600" cy="1100000"/>
          </a:xfrm>
        </p:spPr>
        <p:txBody>
          <a:bodyPr/>
          <a:lstStyle>
            <a:lvl1pPr marL="0" indent="0" algn="l">
              <a:buNone/>
              <a:defRPr sz="3600" b="1">
                <a:solidFill>
                  <a:srgbClr val="1A1A1A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57200" y="2250000"/>
            <a:ext cx="7929600" cy="700000"/>
          </a:xfrm>
        </p:spPr>
        <p:txBody>
          <a:bodyPr/>
          <a:lstStyle>
            <a:lvl1pPr marL="0" indent="0" algn="l">
              <a:buNone/>
              <a:defRPr sz="2000" b="0">
                <a:solidFill>
                  <a:srgbClr val="4A4A4A"/>
                </a:solidFill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910" name="Logo 1" descr="logos/mcg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245" y="4173500"/>
            <a:ext cx="1852500" cy="520000"/>
          </a:xfrm>
          <a:prstGeom prst="rect">
            <a:avLst/>
          </a:prstGeom>
        </p:spPr>
      </p:pic>
      <p:pic>
        <p:nvPicPr>
          <p:cNvPr id="911" name="Logo 2" descr="logos/doug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6745" y="4173500"/>
            <a:ext cx="1469565" cy="520000"/>
          </a:xfrm>
          <a:prstGeom prst="rect">
            <a:avLst/>
          </a:prstGeom>
        </p:spPr>
      </p:pic>
      <p:pic>
        <p:nvPicPr>
          <p:cNvPr id="912" name="Logo 3" descr="logos/stop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310" y="4173500"/>
            <a:ext cx="833444" cy="520000"/>
          </a:xfrm>
          <a:prstGeom prst="rect">
            <a:avLst/>
          </a:prstGeom>
        </p:spPr>
      </p:pic>
      <p:cxnSp>
        <p:nvCxnSpPr>
          <p:cNvPr id="900" name="Title bar"/>
          <p:cNvCxnSpPr/>
          <p:nvPr userDrawn="1"/>
        </p:nvCxnSpPr>
        <p:spPr>
          <a:xfrm>
            <a:off x="457200" y="1150000"/>
            <a:ext cx="0" cy="1800000"/>
          </a:xfrm>
          <a:prstGeom prst="line">
            <a:avLst/>
          </a:prstGeom>
          <a:ln w="50800">
            <a:solidFill>
              <a:srgbClr val="ED1B2F"/>
            </a:solidFill>
          </a:ln>
        </p:spPr>
      </p:cxn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50000"/>
            <a:ext cx="8229600" cy="39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 anchor="b"/>
          <a:lstStyle>
            <a:lvl1pPr marL="0" indent="0" algn="l">
              <a:buNone/>
              <a:defRPr sz="2600" b="1">
                <a:solidFill>
                  <a:srgbClr val="1A1A1A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50000"/>
            <a:ext cx="8229600" cy="30435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4093500"/>
            <a:ext cx="8229600" cy="800000"/>
          </a:xfrm>
        </p:spPr>
        <p:txBody>
          <a:bodyPr/>
          <a:lstStyle>
            <a:lvl1pPr marL="0" indent="0" algn="l">
              <a:buNone/>
              <a:defRPr sz="1400" b="0">
                <a:solidFill>
                  <a:srgbClr val="5C5C5C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7200" y="200000"/>
            <a:ext cx="8229600" cy="560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50000"/>
            <a:ext cx="8229600" cy="394350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b="1" kern="1200" sz="26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4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7200" y="1150000"/>
            <a:ext cx="7929600" cy="11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mass of Palmer penguins by species and sex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757200" y="2250000"/>
            <a:ext cx="7929600" cy="7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worked example of the R analysis project template</a:t>
            </a:r>
            <a:br/>
            <a:br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October 8,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much heavier are males, and does it depend on the species?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939800"/>
          <a:ext cx="8229600" cy="3937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057400"/>
                <a:gridCol w="6172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Penguins measured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344 penguins of three species, Palmer Archipelago, Antarctica, 2007 to 2009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Analysed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333 with every measurement and a recorded sex; left out: 6 Adelie and 5 Gentoo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datasets::penguins</a:t>
                      </a:r>
                      <a:r>
                        <a:rPr/>
                        <a:t>, shipped with R since 4.5; Gorman, Williams and Fraser (2014)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Males are heavier in every species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333 penguins. Points: individual penguins. Black: means with 95% confidence intervals.</a:t>
            </a:r>
          </a:p>
        </p:txBody>
      </p:sp>
      <p:pic>
        <p:nvPicPr>
          <p:cNvPr descr="../outputs/figures/body_mass_sli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939800"/>
            <a:ext cx="5397500" cy="303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difference is largest in Gentoo penguins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Male minus female mean body mass within each species, with a Welch confidence interval (CI).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939800"/>
          <a:ext cx="8229600" cy="303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Gentoo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Difference (g)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95% CI (g)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573 to 776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254 to 570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697 to 913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Penguins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119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Adjusted for species, males are heavier by 668 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model of body mass on species and sex; 333 penguins; R² 0.85. Chinstrap and Adelie penguins of the same sex do not clearly differ. The model assumes one difference for all species, while within species it ranges from 412 to 805 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939800"/>
          <a:ext cx="8229600" cy="303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Difference (g)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CI (g)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Males vs females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599 to 736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Chinstrap vs Adelie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−65 to 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Gentoo vs Adelie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1301 to 1455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A1A1A"/>
      </a:dk2>
      <a:lt2>
        <a:srgbClr val="F5F5F5"/>
      </a:lt2>
      <a:accent1>
        <a:srgbClr val="404040"/>
      </a:accent1>
      <a:accent2>
        <a:srgbClr val="ED1B2F"/>
      </a:accent2>
      <a:accent3>
        <a:srgbClr val="1A6C7A"/>
      </a:accent3>
      <a:accent4>
        <a:srgbClr val="4477AA"/>
      </a:accent4>
      <a:accent5>
        <a:srgbClr val="228833"/>
      </a:accent5>
      <a:accent6>
        <a:srgbClr val="997700"/>
      </a:accent6>
      <a:hlink>
        <a:srgbClr val="177DB3"/>
      </a:hlink>
      <a:folHlink>
        <a:srgbClr val="5C5C5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Body mass of Palmer penguins by species and sex</dc:title>
  <dc:creator/>
  <cp:keywords/>
  <dcterms:created xsi:type="dcterms:W3CDTF">2026-10-08T16:11:20Z</dcterms:created>
  <dcterms:modified xsi:type="dcterms:W3CDTF">2026-10-08T16:11:20Z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date">
    <vt:lpwstr>October 8, 2026</vt:lpwstr>
  </property>
  <property fmtid="{D5CDD505-2E9C-101B-9397-08002B2CF9AE}" pid="4" name="date-format">
    <vt:lpwstr>long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subtitle">
    <vt:lpwstr>A worked example of the R analysis project template</vt:lpwstr>
  </property>
  <property fmtid="{D5CDD505-2E9C-101B-9397-08002B2CF9AE}" pid="10" name="toc-title">
    <vt:lpwstr>Table of contents</vt:lpwstr>
  </property>
</Properties>
</file>