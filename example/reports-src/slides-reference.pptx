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7200" y="1150000"/>
            <a:ext cx="7929600" cy="1100000"/>
          </a:xfrm>
        </p:spPr>
        <p:txBody>
          <a:bodyPr/>
          <a:lstStyle>
            <a:lvl1pPr marL="0" indent="0" algn="l">
              <a:buNone/>
              <a:defRPr sz="3600" b="1">
                <a:solidFill>
                  <a:srgbClr val="1A1A1A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7200" y="2250000"/>
            <a:ext cx="7929600" cy="700000"/>
          </a:xfrm>
        </p:spPr>
        <p:txBody>
          <a:bodyPr/>
          <a:lstStyle>
            <a:lvl1pPr marL="0" indent="0" algn="l">
              <a:buNone/>
              <a:defRPr sz="2000" b="0">
                <a:solidFill>
                  <a:srgbClr val="4A4A4A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910" name="Logo 1" descr="logos/mcg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245" y="4173500"/>
            <a:ext cx="1852500" cy="520000"/>
          </a:xfrm>
          <a:prstGeom prst="rect">
            <a:avLst/>
          </a:prstGeom>
        </p:spPr>
      </p:pic>
      <p:pic>
        <p:nvPicPr>
          <p:cNvPr id="911" name="Logo 2" descr="logos/dougl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745" y="4173500"/>
            <a:ext cx="1469565" cy="520000"/>
          </a:xfrm>
          <a:prstGeom prst="rect">
            <a:avLst/>
          </a:prstGeom>
        </p:spPr>
      </p:pic>
      <p:pic>
        <p:nvPicPr>
          <p:cNvPr id="912" name="Logo 3" descr="logos/stop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310" y="4173500"/>
            <a:ext cx="833444" cy="520000"/>
          </a:xfrm>
          <a:prstGeom prst="rect">
            <a:avLst/>
          </a:prstGeom>
        </p:spPr>
      </p:pic>
      <p:cxnSp>
        <p:nvCxnSpPr>
          <p:cNvPr id="900" name="Title bar"/>
          <p:cNvCxnSpPr/>
          <p:nvPr userDrawn="1"/>
        </p:nvCxnSpPr>
        <p:spPr>
          <a:xfrm>
            <a:off x="457200" y="1150000"/>
            <a:ext cx="0" cy="1800000"/>
          </a:xfrm>
          <a:prstGeom prst="line">
            <a:avLst/>
          </a:prstGeom>
          <a:ln w="50800">
            <a:solidFill>
              <a:srgbClr val="ED1B2F"/>
            </a:solidFill>
          </a:ln>
        </p:spPr>
      </p:cxn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0000"/>
            <a:ext cx="8229600" cy="39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</p:spPr>
        <p:txBody>
          <a:bodyPr anchor="b"/>
          <a:lstStyle>
            <a:lvl1pPr marL="0" indent="0" algn="l">
              <a:buNone/>
              <a:defRPr sz="2600" b="1">
                <a:solidFill>
                  <a:srgbClr val="1A1A1A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0000"/>
            <a:ext cx="8229600" cy="30435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4093500"/>
            <a:ext cx="8229600" cy="800000"/>
          </a:xfrm>
        </p:spPr>
        <p:txBody>
          <a:bodyPr/>
          <a:lstStyle>
            <a:lvl1pPr marL="0" indent="0" algn="l">
              <a:buNone/>
              <a:defRPr sz="1400" b="0">
                <a:solidFill>
                  <a:srgbClr val="5C5C5C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7200" y="200000"/>
            <a:ext cx="8229600" cy="560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50000"/>
            <a:ext cx="8229600" cy="3943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2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1A1A"/>
      </a:dk2>
      <a:lt2>
        <a:srgbClr val="F5F5F5"/>
      </a:lt2>
      <a:accent1>
        <a:srgbClr val="404040"/>
      </a:accent1>
      <a:accent2>
        <a:srgbClr val="ED1B2F"/>
      </a:accent2>
      <a:accent3>
        <a:srgbClr val="1A6C7A"/>
      </a:accent3>
      <a:accent4>
        <a:srgbClr val="4477AA"/>
      </a:accent4>
      <a:accent5>
        <a:srgbClr val="228833"/>
      </a:accent5>
      <a:accent6>
        <a:srgbClr val="997700"/>
      </a:accent6>
      <a:hlink>
        <a:srgbClr val="177DB3"/>
      </a:hlink>
      <a:folHlink>
        <a:srgbClr val="5C5C5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